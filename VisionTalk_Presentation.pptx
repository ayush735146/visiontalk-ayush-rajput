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VisionTalk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BY AYUSH RAJPUT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Image Captioning with CNN + LSTM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BY AYUSH RAJPUT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Multimodal AI system combining Computer Vision and NLP.</a:t>
            </a:r>
          </a:p>
          <a:p>
            <a:pPr>
              <a:spcAft>
                <a:spcPts val="1200"/>
              </a:spcAft>
              <a:defRPr sz="2000"/>
            </a:pPr>
            <a:r>
              <a:t>Generates natural-language descriptions for images.</a:t>
            </a:r>
          </a:p>
          <a:p>
            <a:pPr>
              <a:spcAft>
                <a:spcPts val="1200"/>
              </a:spcAft>
              <a:defRPr sz="2000"/>
            </a:pPr>
            <a:r>
              <a:t>Assistive-technology use case for visually impaired users.</a:t>
            </a:r>
          </a:p>
          <a:p>
            <a:pPr>
              <a:spcAft>
                <a:spcPts val="1200"/>
              </a:spcAft>
              <a:defRPr sz="2000"/>
            </a:pPr>
            <a:r>
              <a:t>CNN = visual encoder; LSTM = language decoder.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BY AYUSH RAJPUT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Prepare Flickr8k/Flickr30k captions and vocabulary.</a:t>
            </a:r>
          </a:p>
          <a:p>
            <a:pPr>
              <a:spcAft>
                <a:spcPts val="1200"/>
              </a:spcAft>
              <a:defRPr sz="2000"/>
            </a:pPr>
            <a:r>
              <a:t>Extract visual features using pretrained VGG16.</a:t>
            </a:r>
          </a:p>
          <a:p>
            <a:pPr>
              <a:spcAft>
                <a:spcPts val="1200"/>
              </a:spcAft>
              <a:defRPr sz="2000"/>
            </a:pPr>
            <a:r>
              <a:t>Build a two-input Keras Functional API merge model.</a:t>
            </a:r>
          </a:p>
          <a:p>
            <a:pPr>
              <a:spcAft>
                <a:spcPts val="1200"/>
              </a:spcAft>
              <a:defRPr sz="2000"/>
            </a:pPr>
            <a:r>
              <a:t>Train with teacher forcing and cross-entropy.</a:t>
            </a:r>
          </a:p>
          <a:p>
            <a:pPr>
              <a:spcAft>
                <a:spcPts val="1200"/>
              </a:spcAft>
              <a:defRPr sz="2000"/>
            </a:pPr>
            <a:r>
              <a:t>Evaluate with BLEU-1 and BLEU-4.</a:t>
            </a:r>
          </a:p>
          <a:p>
            <a:pPr>
              <a:spcAft>
                <a:spcPts val="1200"/>
              </a:spcAft>
              <a:defRPr sz="2000"/>
            </a:pPr>
            <a:r>
              <a:t>Provide a Streamlit upload interface.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Dataset &amp;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BY AYUSH RAJPUT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Recommended dataset: Flickr8k or Flickr30k.</a:t>
            </a:r>
          </a:p>
          <a:p>
            <a:pPr>
              <a:spcAft>
                <a:spcPts val="1200"/>
              </a:spcAft>
              <a:defRPr sz="2000"/>
            </a:pPr>
            <a:r>
              <a:t>Five human-written captions per image.</a:t>
            </a:r>
          </a:p>
          <a:p>
            <a:pPr>
              <a:spcAft>
                <a:spcPts val="1200"/>
              </a:spcAft>
              <a:defRPr sz="2000"/>
            </a:pPr>
            <a:r>
              <a:t>Lowercase text and remove punctuation.</a:t>
            </a:r>
          </a:p>
          <a:p>
            <a:pPr>
              <a:spcAft>
                <a:spcPts val="1200"/>
              </a:spcAft>
              <a:defRPr sz="2000"/>
            </a:pPr>
            <a:r>
              <a:t>Add startseq and endseq tokens.</a:t>
            </a:r>
          </a:p>
          <a:p>
            <a:pPr>
              <a:spcAft>
                <a:spcPts val="1200"/>
              </a:spcAft>
              <a:defRPr sz="2000"/>
            </a:pPr>
            <a:r>
              <a:t>Convert words to integer IDs and pad sequences.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CNN Encoder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BY AYUSH RAJPUT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VGG16 pretrained on ImageNet.</a:t>
            </a:r>
          </a:p>
          <a:p>
            <a:pPr>
              <a:spcAft>
                <a:spcPts val="1200"/>
              </a:spcAft>
              <a:defRPr sz="2000"/>
            </a:pPr>
            <a:r>
              <a:t>Classification head removed.</a:t>
            </a:r>
          </a:p>
          <a:p>
            <a:pPr>
              <a:spcAft>
                <a:spcPts val="1200"/>
              </a:spcAft>
              <a:defRPr sz="2000"/>
            </a:pPr>
            <a:r>
              <a:t>Image resized to 224 × 224.</a:t>
            </a:r>
          </a:p>
          <a:p>
            <a:pPr>
              <a:spcAft>
                <a:spcPts val="1200"/>
              </a:spcAft>
              <a:defRPr sz="2000"/>
            </a:pPr>
            <a:r>
              <a:t>Global max pooling produces a 4096-dimensional feature vector.</a:t>
            </a:r>
          </a:p>
          <a:p>
            <a:pPr>
              <a:spcAft>
                <a:spcPts val="1200"/>
              </a:spcAft>
              <a:defRPr sz="2000"/>
            </a:pPr>
            <a:r>
              <a:t>Features are cached to reduce repeated computation.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LSTM Decoder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BY AYUSH RAJPUT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Caption tokens enter an Embedding layer.</a:t>
            </a:r>
          </a:p>
          <a:p>
            <a:pPr>
              <a:spcAft>
                <a:spcPts val="1200"/>
              </a:spcAft>
              <a:defRPr sz="2000"/>
            </a:pPr>
            <a:r>
              <a:t>LSTM summarizes the partial caption.</a:t>
            </a:r>
          </a:p>
          <a:p>
            <a:pPr>
              <a:spcAft>
                <a:spcPts val="1200"/>
              </a:spcAft>
              <a:defRPr sz="2000"/>
            </a:pPr>
            <a:r>
              <a:t>Teacher forcing supplies the correct previous words during training.</a:t>
            </a:r>
          </a:p>
          <a:p>
            <a:pPr>
              <a:spcAft>
                <a:spcPts val="1200"/>
              </a:spcAft>
              <a:defRPr sz="2000"/>
            </a:pPr>
            <a:r>
              <a:t>The decoder predicts the next word probability distribution.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Merge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BY AYUSH RAJPUT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Image input → Dense(256) → Dropout.</a:t>
            </a:r>
          </a:p>
          <a:p>
            <a:pPr>
              <a:spcAft>
                <a:spcPts val="1200"/>
              </a:spcAft>
              <a:defRPr sz="2000"/>
            </a:pPr>
            <a:r>
              <a:t>Text input → Embedding(256) → LSTM(256).</a:t>
            </a:r>
          </a:p>
          <a:p>
            <a:pPr>
              <a:spcAft>
                <a:spcPts val="1200"/>
              </a:spcAft>
              <a:defRPr sz="2000"/>
            </a:pPr>
            <a:r>
              <a:t>Concatenate image and text representations.</a:t>
            </a:r>
          </a:p>
          <a:p>
            <a:pPr>
              <a:spcAft>
                <a:spcPts val="1200"/>
              </a:spcAft>
              <a:defRPr sz="2000"/>
            </a:pPr>
            <a:r>
              <a:t>Dense(256, ReLU) → Softmax(vocabulary).</a:t>
            </a:r>
          </a:p>
          <a:p>
            <a:pPr>
              <a:spcAft>
                <a:spcPts val="1200"/>
              </a:spcAft>
              <a:defRPr sz="2000"/>
            </a:pPr>
            <a:r>
              <a:t>Output = next-word probabilities.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Training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BY AYUSH RAJPUT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Loss: sparse categorical cross-entropy.</a:t>
            </a:r>
          </a:p>
          <a:p>
            <a:pPr>
              <a:spcAft>
                <a:spcPts val="1200"/>
              </a:spcAft>
              <a:defRPr sz="2000"/>
            </a:pPr>
            <a:r>
              <a:t>Optimizer: Adam.</a:t>
            </a:r>
          </a:p>
          <a:p>
            <a:pPr>
              <a:spcAft>
                <a:spcPts val="1200"/>
              </a:spcAft>
              <a:defRPr sz="2000"/>
            </a:pPr>
            <a:r>
              <a:t>Batch generation avoids loading all sequences at once.</a:t>
            </a:r>
          </a:p>
          <a:p>
            <a:pPr>
              <a:spcAft>
                <a:spcPts val="1200"/>
              </a:spcAft>
              <a:defRPr sz="2000"/>
            </a:pPr>
            <a:r>
              <a:t>Reference plan: 20–50 epochs with monitoring/tuning.</a:t>
            </a:r>
          </a:p>
          <a:p>
            <a:pPr>
              <a:spcAft>
                <a:spcPts val="1200"/>
              </a:spcAft>
              <a:defRPr sz="2000"/>
            </a:pPr>
            <a:r>
              <a:t>Metrics: BLEU-1 and BLEU-4.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BY AYUSH RAJPUT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Extract VGG16 feature vector from a new image.</a:t>
            </a:r>
          </a:p>
          <a:p>
            <a:pPr>
              <a:spcAft>
                <a:spcPts val="1200"/>
              </a:spcAft>
              <a:defRPr sz="2000"/>
            </a:pPr>
            <a:r>
              <a:t>Start caption with startseq.</a:t>
            </a:r>
          </a:p>
          <a:p>
            <a:pPr>
              <a:spcAft>
                <a:spcPts val="1200"/>
              </a:spcAft>
              <a:defRPr sz="2000"/>
            </a:pPr>
            <a:r>
              <a:t>Predict one word at a time.</a:t>
            </a:r>
          </a:p>
          <a:p>
            <a:pPr>
              <a:spcAft>
                <a:spcPts val="1200"/>
              </a:spcAft>
              <a:defRPr sz="2000"/>
            </a:pPr>
            <a:r>
              <a:t>Append the predicted word and repeat.</a:t>
            </a:r>
          </a:p>
          <a:p>
            <a:pPr>
              <a:spcAft>
                <a:spcPts val="1200"/>
              </a:spcAft>
              <a:defRPr sz="2000"/>
            </a:pPr>
            <a:r>
              <a:t>Stop at endseq or the maximum generation length.</a:t>
            </a:r>
          </a:p>
          <a:p>
            <a:pPr>
              <a:spcAft>
                <a:spcPts val="1200"/>
              </a:spcAft>
              <a:defRPr sz="2000"/>
            </a:pPr>
            <a:r>
              <a:t>Current implementation uses greedy decoding.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Web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BY AYUSH RAJPUT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Built with Streamlit.</a:t>
            </a:r>
          </a:p>
          <a:p>
            <a:pPr>
              <a:spcAft>
                <a:spcPts val="1200"/>
              </a:spcAft>
              <a:defRPr sz="2000"/>
            </a:pPr>
            <a:r>
              <a:t>User uploads JPG/JPEG/PNG.</a:t>
            </a:r>
          </a:p>
          <a:p>
            <a:pPr>
              <a:spcAft>
                <a:spcPts val="1200"/>
              </a:spcAft>
              <a:defRPr sz="2000"/>
            </a:pPr>
            <a:r>
              <a:t>The trained model generates the caption.</a:t>
            </a:r>
          </a:p>
          <a:p>
            <a:pPr>
              <a:spcAft>
                <a:spcPts val="1200"/>
              </a:spcAft>
              <a:defRPr sz="2000"/>
            </a:pPr>
            <a:r>
              <a:t>Caption is displayed directly below the image.</a:t>
            </a:r>
          </a:p>
          <a:p>
            <a:pPr>
              <a:spcAft>
                <a:spcPts val="1200"/>
              </a:spcAft>
              <a:defRPr sz="2000"/>
            </a:pPr>
            <a:r>
              <a:t>Deployment link is pending because hosting credentials are not available here.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Expected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BY AYUSH RAJPUT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Generated caption for each test image.</a:t>
            </a:r>
          </a:p>
          <a:p>
            <a:pPr>
              <a:spcAft>
                <a:spcPts val="1200"/>
              </a:spcAft>
              <a:defRPr sz="2000"/>
            </a:pPr>
            <a:r>
              <a:t>BLEU-1 and BLEU-4 scores from the trained model.</a:t>
            </a:r>
          </a:p>
          <a:p>
            <a:pPr>
              <a:spcAft>
                <a:spcPts val="1200"/>
              </a:spcAft>
              <a:defRPr sz="2000"/>
            </a:pPr>
            <a:r>
              <a:t>Ten qualitative examples: generated vs. actual captions.</a:t>
            </a:r>
          </a:p>
          <a:p>
            <a:pPr>
              <a:spcAft>
                <a:spcPts val="1200"/>
              </a:spcAft>
              <a:defRPr sz="2000"/>
            </a:pPr>
            <a:r>
              <a:t>Exact scores are produced after training and are not fabricated in advance.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Limitations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BY AYUSH RAJPUT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Greedy decoding may miss better captions.</a:t>
            </a:r>
          </a:p>
          <a:p>
            <a:pPr>
              <a:spcAft>
                <a:spcPts val="1200"/>
              </a:spcAft>
              <a:defRPr sz="2000"/>
            </a:pPr>
            <a:r>
              <a:t>Dataset size and quality affect generalization.</a:t>
            </a:r>
          </a:p>
          <a:p>
            <a:pPr>
              <a:spcAft>
                <a:spcPts val="1200"/>
              </a:spcAft>
              <a:defRPr sz="2000"/>
            </a:pPr>
            <a:r>
              <a:t>Possible upgrades: beam search, attention, transformers, larger datasets.</a:t>
            </a:r>
          </a:p>
          <a:p>
            <a:pPr>
              <a:spcAft>
                <a:spcPts val="1200"/>
              </a:spcAft>
              <a:defRPr sz="2000"/>
            </a:pPr>
            <a:r>
              <a:t>Future assistive features: text-to-speech and mobile deployment.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BY AYUSH RAJPUT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VisionTalk demonstrates an end-to-end CNN + LSTM image-captioning pipeline.</a:t>
            </a:r>
          </a:p>
          <a:p>
            <a:pPr>
              <a:spcAft>
                <a:spcPts val="1200"/>
              </a:spcAft>
              <a:defRPr sz="2000"/>
            </a:pPr>
            <a:r>
              <a:t>The implementation follows the supplied project phases.</a:t>
            </a:r>
          </a:p>
          <a:p>
            <a:pPr>
              <a:spcAft>
                <a:spcPts val="1200"/>
              </a:spcAft>
              <a:defRPr sz="2000"/>
            </a:pPr>
            <a:r>
              <a:t>The package includes source code, notebook, report and presentation.</a:t>
            </a:r>
          </a:p>
          <a:p>
            <a:pPr>
              <a:spcAft>
                <a:spcPts val="1200"/>
              </a:spcAft>
              <a:defRPr sz="2000"/>
            </a:pPr>
            <a:r>
              <a:t>BY AYUSH RAJPUT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